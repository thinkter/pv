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Quarterly Product Review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Regression fixture slide 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1645920"/>
          </a:xfrm>
          <a:prstGeom prst="roundRect">
            <a:avLst>
              <a:gd name="adj" fmla="val 6667"/>
            </a:avLst>
          </a:prstGeom>
          <a:solidFill>
            <a:srgbClr val="2563EB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31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Launch checklist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DBEAFE"/>
                </a:solidFill>
              </a:rPr>
              <a:t>UI polish complete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DBEAFE"/>
                </a:solidFill>
              </a:rPr>
              <a:t>Playback stable</a:t>
            </a:r>
            <a:endParaRPr lang="en-US" sz="1400" dirty="0"/>
          </a:p>
          <a:p>
            <a:pPr marL="228600" indent="-228600">
              <a:buSzPct val="100000"/>
              <a:buChar char="•"/>
            </a:pPr>
            <a:r>
              <a:rPr lang="en-US" sz="1400" dirty="0">
                <a:solidFill>
                  <a:srgbClr val="DBEAFE"/>
                </a:solidFill>
              </a:rPr>
              <a:t>Regression tests green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FAFB"/>
                </a:solidFill>
              </a:rPr>
              <a:t>Regression fixture slide 2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1D5DB"/>
                </a:solidFill>
              </a:rPr>
              <a:t>Navigation and zoom validation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5029200" cy="2560320"/>
          </a:xfrm>
          <a:prstGeom prst="rect">
            <a:avLst/>
          </a:prstGeom>
          <a:solidFill>
            <a:srgbClr val="7C3AE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8346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Slide two content block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Deck</dc:title>
  <dc:subject>Regression Test Deck</dc:subject>
  <dc:creator>OpenCode</dc:creator>
  <cp:lastModifiedBy>OpenCode</cp:lastModifiedBy>
  <cp:revision>1</cp:revision>
  <dcterms:created xsi:type="dcterms:W3CDTF">2026-04-09T20:30:17Z</dcterms:created>
  <dcterms:modified xsi:type="dcterms:W3CDTF">2026-04-09T20:30:17Z</dcterms:modified>
</cp:coreProperties>
</file>