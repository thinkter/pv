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4864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</a:rPr>
              <a:t>Quarterly Product Review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48640" y="137160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BD5E1"/>
                </a:solidFill>
              </a:rPr>
              <a:t>Regression fixture slide 1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2011680"/>
            <a:ext cx="3474720" cy="1645920"/>
          </a:xfrm>
          <a:prstGeom prst="roundRect">
            <a:avLst>
              <a:gd name="adj" fmla="val 6667"/>
            </a:avLst>
          </a:prstGeom>
          <a:solidFill>
            <a:srgbClr val="2563EB"/>
          </a:solidFill>
          <a:ln w="12700">
            <a:solidFill>
              <a:srgbClr val="60A5F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23317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Regression coverage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914400" y="2788920"/>
            <a:ext cx="2743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28600" indent="-228600">
              <a:buSzPct val="100000"/>
              <a:buChar char="•"/>
            </a:pPr>
            <a:r>
              <a:rPr lang="en-US" sz="1400" dirty="0">
                <a:solidFill>
                  <a:srgbClr val="DBEAFE"/>
                </a:solidFill>
              </a:rPr>
              <a:t>Initial render</a:t>
            </a:r>
            <a:endParaRPr lang="en-US" sz="1400" dirty="0"/>
          </a:p>
          <a:p>
            <a:pPr marL="228600" indent="-228600">
              <a:buSzPct val="100000"/>
              <a:buChar char="•"/>
            </a:pPr>
            <a:r>
              <a:rPr lang="en-US" sz="1400" dirty="0">
                <a:solidFill>
                  <a:srgbClr val="DBEAFE"/>
                </a:solidFill>
              </a:rPr>
              <a:t>Independent tabs</a:t>
            </a:r>
            <a:endParaRPr lang="en-US" sz="1400" dirty="0"/>
          </a:p>
          <a:p>
            <a:pPr marL="228600" indent="-228600">
              <a:buSzPct val="100000"/>
              <a:buChar char="•"/>
            </a:pPr>
            <a:r>
              <a:rPr lang="en-US" sz="1400" dirty="0">
                <a:solidFill>
                  <a:srgbClr val="DBEAFE"/>
                </a:solidFill>
              </a:rPr>
              <a:t>Stable controls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1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4864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9FAFB"/>
                </a:solidFill>
              </a:rPr>
              <a:t>Regression fixture slide 2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48640" y="128016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1D5DB"/>
                </a:solidFill>
              </a:rPr>
              <a:t>Navigation regression fixture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731520" y="2011680"/>
            <a:ext cx="5029200" cy="2560320"/>
          </a:xfrm>
          <a:prstGeom prst="rect">
            <a:avLst/>
          </a:prstGeom>
          <a:solidFill>
            <a:srgbClr val="7C3AED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97280" y="2834640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Slide two content block</a:t>
            </a:r>
            <a:endParaRPr lang="en-US" sz="2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7255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Regression fixture slide 3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48640" y="137160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5E7EB"/>
                </a:solidFill>
              </a:rPr>
              <a:t>Used to prove active tab state is isolated.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914400" y="2011680"/>
            <a:ext cx="3840480" cy="2194560"/>
          </a:xfrm>
          <a:prstGeom prst="ellipse">
            <a:avLst/>
          </a:prstGeom>
          <a:solidFill>
            <a:srgbClr val="0EA5E9"/>
          </a:solidFill>
          <a:ln w="12700">
            <a:solidFill>
              <a:srgbClr val="7DD3FC"/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OpenCode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Quarterly Product Review</dc:title>
  <dc:subject>Regression Test Deck</dc:subject>
  <dc:creator>OpenCode</dc:creator>
  <cp:lastModifiedBy>OpenCode</cp:lastModifiedBy>
  <cp:revision>1</cp:revision>
  <dcterms:created xsi:type="dcterms:W3CDTF">2026-04-09T21:12:44Z</dcterms:created>
  <dcterms:modified xsi:type="dcterms:W3CDTF">2026-04-09T21:12:44Z</dcterms:modified>
</cp:coreProperties>
</file>