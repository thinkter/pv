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Quarterly Product Review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Regression fixture slide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74720" cy="1645920"/>
          </a:xfrm>
          <a:prstGeom prst="roundRect">
            <a:avLst>
              <a:gd name="adj" fmla="val 6667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Regression coverage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Initial render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Independent tabs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DBEAFE"/>
                </a:solidFill>
              </a:rPr>
              <a:t>Stable controls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</a:rPr>
              <a:t>Regression fixture slide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</a:rPr>
              <a:t>Navigation regression fixture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0" cy="2560320"/>
          </a:xfrm>
          <a:prstGeom prst="rect">
            <a:avLst/>
          </a:prstGeom>
          <a:solidFill>
            <a:srgbClr val="7C3AE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Slide two content block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25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Regression fixture slide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</a:rPr>
              <a:t>Used to prove active tab state is isolated.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3840480" cy="219456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7DD3FC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Product Review</dc:title>
  <dc:subject>Regression Test Deck</dc:subject>
  <dc:creator>OpenCode</dc:creator>
  <cp:lastModifiedBy>OpenCode</cp:lastModifiedBy>
  <cp:revision>1</cp:revision>
  <dcterms:created xsi:type="dcterms:W3CDTF">2026-04-09T21:04:37Z</dcterms:created>
  <dcterms:modified xsi:type="dcterms:W3CDTF">2026-04-09T21:04:37Z</dcterms:modified>
</cp:coreProperties>
</file>