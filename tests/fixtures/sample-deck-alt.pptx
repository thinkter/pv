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Customer Onboarding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Alternate tab fixture slide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Regression coverage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</a:rPr>
              <a:t>Initial render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</a:rPr>
              <a:t>Independent tabs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</a:rPr>
              <a:t>Stable controls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</a:rPr>
              <a:t>Alternate fixture slide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Navigation regression fixture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029200" cy="2560320"/>
          </a:xfrm>
          <a:prstGeom prst="rect">
            <a:avLst/>
          </a:prstGeom>
          <a:solidFill>
            <a:srgbClr val="84CC16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834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Slide two content block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F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Alternate fixture slide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Used to prove active tab state is isolated.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3840480" cy="21945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9A8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Onboarding Plan</dc:title>
  <dc:subject>Regression Test Deck</dc:subject>
  <dc:creator>OpenCode</dc:creator>
  <cp:lastModifiedBy>OpenCode</cp:lastModifiedBy>
  <cp:revision>1</cp:revision>
  <dcterms:created xsi:type="dcterms:W3CDTF">2026-04-09T21:12:44Z</dcterms:created>
  <dcterms:modified xsi:type="dcterms:W3CDTF">2026-04-09T21:12:44Z</dcterms:modified>
</cp:coreProperties>
</file>